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Open Sauce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0.jpeg" Type="http://schemas.openxmlformats.org/officeDocument/2006/relationships/image"/><Relationship Id="rId5" Target="../media/image28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7658" y="623329"/>
            <a:ext cx="9040342" cy="9040342"/>
          </a:xfrm>
          <a:custGeom>
            <a:avLst/>
            <a:gdLst/>
            <a:ahLst/>
            <a:cxnLst/>
            <a:rect r="r" b="b" t="t" l="l"/>
            <a:pathLst>
              <a:path h="9040342" w="9040342">
                <a:moveTo>
                  <a:pt x="0" y="0"/>
                </a:moveTo>
                <a:lnTo>
                  <a:pt x="9040342" y="0"/>
                </a:lnTo>
                <a:lnTo>
                  <a:pt x="9040342" y="9040342"/>
                </a:lnTo>
                <a:lnTo>
                  <a:pt x="0" y="904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81203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-434634" y="8910853"/>
            <a:ext cx="19157267" cy="0"/>
          </a:xfrm>
          <a:prstGeom prst="line">
            <a:avLst/>
          </a:prstGeom>
          <a:ln cap="flat" w="19050">
            <a:solidFill>
              <a:srgbClr val="E4E4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927406" y="4958370"/>
            <a:ext cx="11433945" cy="266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0"/>
              </a:lnSpc>
            </a:pPr>
            <a:r>
              <a:rPr lang="en-US" b="true" sz="20000" spc="-1000" strike="noStrike" u="none">
                <a:solidFill>
                  <a:srgbClr val="E4E4E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" y="2471190"/>
            <a:ext cx="12240386" cy="266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0"/>
              </a:lnSpc>
            </a:pPr>
            <a:r>
              <a:rPr lang="en-US" b="true" sz="20000" spc="-1000" strike="noStrike" u="none">
                <a:solidFill>
                  <a:srgbClr val="E4E4E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9963" y="5434863"/>
            <a:ext cx="4195366" cy="13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MARKETING AGENCY PROFILE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436902"/>
            <a:ext cx="4496256" cy="2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799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hello@reallygreatsite.com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1540" y="9436977"/>
            <a:ext cx="4327760" cy="2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www.reallygreatsite.com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74169"/>
            <a:ext cx="16230600" cy="454531"/>
            <a:chOff x="0" y="0"/>
            <a:chExt cx="21640800" cy="60604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8186"/>
              <a:ext cx="5807849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18100091" y="0"/>
              <a:ext cx="3540709" cy="606041"/>
              <a:chOff x="0" y="0"/>
              <a:chExt cx="699399" cy="11971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99399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9399">
                    <a:moveTo>
                      <a:pt x="59856" y="0"/>
                    </a:moveTo>
                    <a:lnTo>
                      <a:pt x="639543" y="0"/>
                    </a:lnTo>
                    <a:cubicBezTo>
                      <a:pt x="655418" y="0"/>
                      <a:pt x="670643" y="6306"/>
                      <a:pt x="681868" y="17531"/>
                    </a:cubicBezTo>
                    <a:cubicBezTo>
                      <a:pt x="693093" y="28757"/>
                      <a:pt x="699399" y="43981"/>
                      <a:pt x="699399" y="59856"/>
                    </a:cubicBezTo>
                    <a:lnTo>
                      <a:pt x="699399" y="59856"/>
                    </a:lnTo>
                    <a:cubicBezTo>
                      <a:pt x="699399" y="75731"/>
                      <a:pt x="693093" y="90955"/>
                      <a:pt x="681868" y="102180"/>
                    </a:cubicBezTo>
                    <a:cubicBezTo>
                      <a:pt x="670643" y="113406"/>
                      <a:pt x="655418" y="119712"/>
                      <a:pt x="639543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38100"/>
                <a:ext cx="699399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E4E4E4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true" rot="5400000">
            <a:off x="6627573" y="1238257"/>
            <a:ext cx="9169452" cy="12094002"/>
          </a:xfrm>
          <a:custGeom>
            <a:avLst/>
            <a:gdLst/>
            <a:ahLst/>
            <a:cxnLst/>
            <a:rect r="r" b="b" t="t" l="l"/>
            <a:pathLst>
              <a:path h="12094002" w="9169452">
                <a:moveTo>
                  <a:pt x="0" y="12094002"/>
                </a:moveTo>
                <a:lnTo>
                  <a:pt x="9169452" y="12094002"/>
                </a:lnTo>
                <a:lnTo>
                  <a:pt x="9169452" y="0"/>
                </a:lnTo>
                <a:lnTo>
                  <a:pt x="0" y="0"/>
                </a:lnTo>
                <a:lnTo>
                  <a:pt x="0" y="120940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6562885"/>
            <a:ext cx="7250773" cy="933541"/>
            <a:chOff x="0" y="0"/>
            <a:chExt cx="1909668" cy="245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9669" cy="245871"/>
            </a:xfrm>
            <a:custGeom>
              <a:avLst/>
              <a:gdLst/>
              <a:ahLst/>
              <a:cxnLst/>
              <a:rect r="r" b="b" t="t" l="l"/>
              <a:pathLst>
                <a:path h="24587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97"/>
                  </a:lnTo>
                  <a:cubicBezTo>
                    <a:pt x="1909669" y="198067"/>
                    <a:pt x="1861864" y="245871"/>
                    <a:pt x="1802895" y="245871"/>
                  </a:cubicBezTo>
                  <a:lnTo>
                    <a:pt x="106774" y="245871"/>
                  </a:lnTo>
                  <a:cubicBezTo>
                    <a:pt x="47804" y="245871"/>
                    <a:pt x="0" y="198067"/>
                    <a:pt x="0" y="13909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909668" cy="20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1976" y="6660095"/>
            <a:ext cx="739121" cy="7391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6271" y="677472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8029484"/>
            <a:ext cx="7250773" cy="933541"/>
            <a:chOff x="0" y="0"/>
            <a:chExt cx="1909668" cy="245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9669" cy="245871"/>
            </a:xfrm>
            <a:custGeom>
              <a:avLst/>
              <a:gdLst/>
              <a:ahLst/>
              <a:cxnLst/>
              <a:rect r="r" b="b" t="t" l="l"/>
              <a:pathLst>
                <a:path h="24587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97"/>
                  </a:lnTo>
                  <a:cubicBezTo>
                    <a:pt x="1909669" y="198067"/>
                    <a:pt x="1861864" y="245871"/>
                    <a:pt x="1802895" y="245871"/>
                  </a:cubicBezTo>
                  <a:lnTo>
                    <a:pt x="106774" y="245871"/>
                  </a:lnTo>
                  <a:cubicBezTo>
                    <a:pt x="47804" y="245871"/>
                    <a:pt x="0" y="198067"/>
                    <a:pt x="0" y="13909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909668" cy="20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1976" y="8126694"/>
            <a:ext cx="739121" cy="73912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87708" y="8021219"/>
            <a:ext cx="7250773" cy="933541"/>
            <a:chOff x="0" y="0"/>
            <a:chExt cx="1909668" cy="2458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9669" cy="245871"/>
            </a:xfrm>
            <a:custGeom>
              <a:avLst/>
              <a:gdLst/>
              <a:ahLst/>
              <a:cxnLst/>
              <a:rect r="r" b="b" t="t" l="l"/>
              <a:pathLst>
                <a:path h="24587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97"/>
                  </a:lnTo>
                  <a:cubicBezTo>
                    <a:pt x="1909669" y="198067"/>
                    <a:pt x="1861864" y="245871"/>
                    <a:pt x="1802895" y="245871"/>
                  </a:cubicBezTo>
                  <a:lnTo>
                    <a:pt x="106774" y="245871"/>
                  </a:lnTo>
                  <a:cubicBezTo>
                    <a:pt x="47804" y="245871"/>
                    <a:pt x="0" y="198067"/>
                    <a:pt x="0" y="13909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1909668" cy="20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30983" y="8118429"/>
            <a:ext cx="739121" cy="73912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87708" y="5115336"/>
            <a:ext cx="7250773" cy="933541"/>
            <a:chOff x="0" y="0"/>
            <a:chExt cx="1909668" cy="2458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9669" cy="245871"/>
            </a:xfrm>
            <a:custGeom>
              <a:avLst/>
              <a:gdLst/>
              <a:ahLst/>
              <a:cxnLst/>
              <a:rect r="r" b="b" t="t" l="l"/>
              <a:pathLst>
                <a:path h="24587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97"/>
                  </a:lnTo>
                  <a:cubicBezTo>
                    <a:pt x="1909669" y="198067"/>
                    <a:pt x="1861864" y="245871"/>
                    <a:pt x="1802895" y="245871"/>
                  </a:cubicBezTo>
                  <a:lnTo>
                    <a:pt x="106774" y="245871"/>
                  </a:lnTo>
                  <a:cubicBezTo>
                    <a:pt x="47804" y="245871"/>
                    <a:pt x="0" y="198067"/>
                    <a:pt x="0" y="13909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38100"/>
              <a:ext cx="1909668" cy="20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87708" y="6563223"/>
            <a:ext cx="7250773" cy="933541"/>
            <a:chOff x="0" y="0"/>
            <a:chExt cx="1909668" cy="2458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9669" cy="245871"/>
            </a:xfrm>
            <a:custGeom>
              <a:avLst/>
              <a:gdLst/>
              <a:ahLst/>
              <a:cxnLst/>
              <a:rect r="r" b="b" t="t" l="l"/>
              <a:pathLst>
                <a:path h="24587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97"/>
                  </a:lnTo>
                  <a:cubicBezTo>
                    <a:pt x="1909669" y="198067"/>
                    <a:pt x="1861864" y="245871"/>
                    <a:pt x="1802895" y="245871"/>
                  </a:cubicBezTo>
                  <a:lnTo>
                    <a:pt x="106774" y="245871"/>
                  </a:lnTo>
                  <a:cubicBezTo>
                    <a:pt x="47804" y="245871"/>
                    <a:pt x="0" y="198067"/>
                    <a:pt x="0" y="13909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38100"/>
              <a:ext cx="1909668" cy="20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30983" y="6660433"/>
            <a:ext cx="739121" cy="73912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" y="5115336"/>
            <a:ext cx="7250773" cy="933504"/>
            <a:chOff x="0" y="0"/>
            <a:chExt cx="1909668" cy="2458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9669" cy="245861"/>
            </a:xfrm>
            <a:custGeom>
              <a:avLst/>
              <a:gdLst/>
              <a:ahLst/>
              <a:cxnLst/>
              <a:rect r="r" b="b" t="t" l="l"/>
              <a:pathLst>
                <a:path h="245861" w="1909669">
                  <a:moveTo>
                    <a:pt x="106774" y="0"/>
                  </a:moveTo>
                  <a:lnTo>
                    <a:pt x="1802895" y="0"/>
                  </a:lnTo>
                  <a:cubicBezTo>
                    <a:pt x="1831213" y="0"/>
                    <a:pt x="1858371" y="11249"/>
                    <a:pt x="1878395" y="31273"/>
                  </a:cubicBezTo>
                  <a:cubicBezTo>
                    <a:pt x="1898419" y="51297"/>
                    <a:pt x="1909669" y="78456"/>
                    <a:pt x="1909669" y="106774"/>
                  </a:cubicBezTo>
                  <a:lnTo>
                    <a:pt x="1909669" y="139087"/>
                  </a:lnTo>
                  <a:cubicBezTo>
                    <a:pt x="1909669" y="198057"/>
                    <a:pt x="1861864" y="245861"/>
                    <a:pt x="1802895" y="245861"/>
                  </a:cubicBezTo>
                  <a:lnTo>
                    <a:pt x="106774" y="245861"/>
                  </a:lnTo>
                  <a:cubicBezTo>
                    <a:pt x="78456" y="245861"/>
                    <a:pt x="51297" y="234612"/>
                    <a:pt x="31273" y="214588"/>
                  </a:cubicBezTo>
                  <a:cubicBezTo>
                    <a:pt x="11249" y="194564"/>
                    <a:pt x="0" y="167405"/>
                    <a:pt x="0" y="139087"/>
                  </a:cubicBezTo>
                  <a:lnTo>
                    <a:pt x="0" y="106774"/>
                  </a:lnTo>
                  <a:cubicBezTo>
                    <a:pt x="0" y="47804"/>
                    <a:pt x="47804" y="0"/>
                    <a:pt x="1067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38100"/>
              <a:ext cx="1909668" cy="207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71976" y="5212546"/>
            <a:ext cx="739121" cy="739121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286271" y="5327179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2265486" y="5367466"/>
            <a:ext cx="4668693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86271" y="8232724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945279" y="6766463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9830983" y="5209573"/>
            <a:ext cx="739121" cy="73912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945279" y="5323531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945279" y="8232724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 flipV="true">
            <a:off x="1028700" y="6305881"/>
            <a:ext cx="16230600" cy="0"/>
          </a:xfrm>
          <a:prstGeom prst="line">
            <a:avLst/>
          </a:prstGeom>
          <a:ln cap="flat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028700" y="7834901"/>
            <a:ext cx="16230600" cy="0"/>
          </a:xfrm>
          <a:prstGeom prst="line">
            <a:avLst/>
          </a:prstGeom>
          <a:ln cap="flat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1028700" y="9253538"/>
            <a:ext cx="16230600" cy="0"/>
          </a:xfrm>
          <a:prstGeom prst="line">
            <a:avLst/>
          </a:prstGeom>
          <a:ln cap="flat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1017356" y="2160325"/>
            <a:ext cx="9183187" cy="177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22"/>
              </a:lnSpc>
            </a:pPr>
            <a:r>
              <a:rPr lang="en-US" b="true" sz="14357" spc="-1076" strike="noStrike" u="non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265486" y="6815015"/>
            <a:ext cx="4668693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ur Services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65486" y="8281614"/>
            <a:ext cx="4668693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Our S</a:t>
            </a: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trengths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24494" y="8273349"/>
            <a:ext cx="5709185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Our P</a:t>
            </a: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revious Work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924494" y="5367466"/>
            <a:ext cx="5709185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ur Experience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924494" y="6815352"/>
            <a:ext cx="5709185" cy="5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0"/>
              </a:lnSpc>
              <a:spcBef>
                <a:spcPct val="0"/>
              </a:spcBef>
            </a:pP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Ou</a:t>
            </a:r>
            <a:r>
              <a:rPr lang="en-US" sz="5000" spc="-37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 Notable Clients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1203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06797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4755212"/>
            <a:ext cx="7933924" cy="4520582"/>
            <a:chOff x="0" y="0"/>
            <a:chExt cx="1434687" cy="817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4687" cy="817454"/>
            </a:xfrm>
            <a:custGeom>
              <a:avLst/>
              <a:gdLst/>
              <a:ahLst/>
              <a:cxnLst/>
              <a:rect r="r" b="b" t="t" l="l"/>
              <a:pathLst>
                <a:path h="817454" w="1434687">
                  <a:moveTo>
                    <a:pt x="24395" y="0"/>
                  </a:moveTo>
                  <a:lnTo>
                    <a:pt x="1410292" y="0"/>
                  </a:lnTo>
                  <a:cubicBezTo>
                    <a:pt x="1423765" y="0"/>
                    <a:pt x="1434687" y="10922"/>
                    <a:pt x="1434687" y="24395"/>
                  </a:cubicBezTo>
                  <a:lnTo>
                    <a:pt x="1434687" y="793059"/>
                  </a:lnTo>
                  <a:cubicBezTo>
                    <a:pt x="1434687" y="799529"/>
                    <a:pt x="1432116" y="805734"/>
                    <a:pt x="1427541" y="810309"/>
                  </a:cubicBezTo>
                  <a:cubicBezTo>
                    <a:pt x="1422966" y="814884"/>
                    <a:pt x="1416761" y="817454"/>
                    <a:pt x="1410292" y="817454"/>
                  </a:cubicBezTo>
                  <a:lnTo>
                    <a:pt x="24395" y="817454"/>
                  </a:lnTo>
                  <a:cubicBezTo>
                    <a:pt x="10922" y="817454"/>
                    <a:pt x="0" y="806532"/>
                    <a:pt x="0" y="793059"/>
                  </a:cubicBezTo>
                  <a:lnTo>
                    <a:pt x="0" y="24395"/>
                  </a:lnTo>
                  <a:cubicBezTo>
                    <a:pt x="0" y="10922"/>
                    <a:pt x="10922" y="0"/>
                    <a:pt x="2439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092" r="0" b="-18537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01415" y="6261662"/>
            <a:ext cx="7357885" cy="2996638"/>
            <a:chOff x="0" y="0"/>
            <a:chExt cx="1937879" cy="789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879" cy="789238"/>
            </a:xfrm>
            <a:custGeom>
              <a:avLst/>
              <a:gdLst/>
              <a:ahLst/>
              <a:cxnLst/>
              <a:rect r="r" b="b" t="t" l="l"/>
              <a:pathLst>
                <a:path h="789238" w="1937879">
                  <a:moveTo>
                    <a:pt x="26305" y="0"/>
                  </a:moveTo>
                  <a:lnTo>
                    <a:pt x="1911575" y="0"/>
                  </a:lnTo>
                  <a:cubicBezTo>
                    <a:pt x="1926102" y="0"/>
                    <a:pt x="1937879" y="11777"/>
                    <a:pt x="1937879" y="26305"/>
                  </a:cubicBezTo>
                  <a:lnTo>
                    <a:pt x="1937879" y="762933"/>
                  </a:lnTo>
                  <a:cubicBezTo>
                    <a:pt x="1937879" y="769910"/>
                    <a:pt x="1935108" y="776601"/>
                    <a:pt x="1930175" y="781534"/>
                  </a:cubicBezTo>
                  <a:cubicBezTo>
                    <a:pt x="1925242" y="786467"/>
                    <a:pt x="1918551" y="789238"/>
                    <a:pt x="1911575" y="789238"/>
                  </a:cubicBezTo>
                  <a:lnTo>
                    <a:pt x="26305" y="789238"/>
                  </a:lnTo>
                  <a:cubicBezTo>
                    <a:pt x="11777" y="789238"/>
                    <a:pt x="0" y="777461"/>
                    <a:pt x="0" y="762933"/>
                  </a:cubicBezTo>
                  <a:lnTo>
                    <a:pt x="0" y="26305"/>
                  </a:lnTo>
                  <a:cubicBezTo>
                    <a:pt x="0" y="11777"/>
                    <a:pt x="11777" y="0"/>
                    <a:pt x="26305" y="0"/>
                  </a:cubicBezTo>
                  <a:close/>
                </a:path>
              </a:pathLst>
            </a:custGeom>
            <a:solidFill>
              <a:srgbClr val="1E1E1E"/>
            </a:solidFill>
            <a:ln w="9525" cap="rnd">
              <a:solidFill>
                <a:srgbClr val="E4E4E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37879" cy="836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42962" y="1854437"/>
            <a:ext cx="4716338" cy="2900775"/>
            <a:chOff x="0" y="0"/>
            <a:chExt cx="852852" cy="5245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2852" cy="524545"/>
            </a:xfrm>
            <a:custGeom>
              <a:avLst/>
              <a:gdLst/>
              <a:ahLst/>
              <a:cxnLst/>
              <a:rect r="r" b="b" t="t" l="l"/>
              <a:pathLst>
                <a:path h="524545" w="852852">
                  <a:moveTo>
                    <a:pt x="41038" y="0"/>
                  </a:moveTo>
                  <a:lnTo>
                    <a:pt x="811815" y="0"/>
                  </a:lnTo>
                  <a:cubicBezTo>
                    <a:pt x="834479" y="0"/>
                    <a:pt x="852852" y="18373"/>
                    <a:pt x="852852" y="41038"/>
                  </a:cubicBezTo>
                  <a:lnTo>
                    <a:pt x="852852" y="483508"/>
                  </a:lnTo>
                  <a:cubicBezTo>
                    <a:pt x="852852" y="506172"/>
                    <a:pt x="834479" y="524545"/>
                    <a:pt x="811815" y="524545"/>
                  </a:cubicBezTo>
                  <a:lnTo>
                    <a:pt x="41038" y="524545"/>
                  </a:lnTo>
                  <a:cubicBezTo>
                    <a:pt x="18373" y="524545"/>
                    <a:pt x="0" y="506172"/>
                    <a:pt x="0" y="483508"/>
                  </a:cubicBezTo>
                  <a:lnTo>
                    <a:pt x="0" y="41038"/>
                  </a:lnTo>
                  <a:cubicBezTo>
                    <a:pt x="0" y="18373"/>
                    <a:pt x="18373" y="0"/>
                    <a:pt x="41038" y="0"/>
                  </a:cubicBezTo>
                  <a:close/>
                </a:path>
              </a:pathLst>
            </a:custGeom>
            <a:blipFill>
              <a:blip r:embed="rId5"/>
              <a:stretch>
                <a:fillRect l="-25723" t="-63099" r="-55996" b="-58492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9901415" y="4755212"/>
            <a:ext cx="936517" cy="936517"/>
            <a:chOff x="0" y="0"/>
            <a:chExt cx="1248690" cy="124869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48690" cy="124869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4E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207799" y="207799"/>
              <a:ext cx="833092" cy="833092"/>
            </a:xfrm>
            <a:custGeom>
              <a:avLst/>
              <a:gdLst/>
              <a:ahLst/>
              <a:cxnLst/>
              <a:rect r="r" b="b" t="t" l="l"/>
              <a:pathLst>
                <a:path h="833092" w="833092">
                  <a:moveTo>
                    <a:pt x="0" y="0"/>
                  </a:moveTo>
                  <a:lnTo>
                    <a:pt x="833092" y="0"/>
                  </a:lnTo>
                  <a:lnTo>
                    <a:pt x="833092" y="833092"/>
                  </a:lnTo>
                  <a:lnTo>
                    <a:pt x="0" y="833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2187812"/>
            <a:ext cx="10748829" cy="14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35124" y="6685186"/>
            <a:ext cx="6290467" cy="21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 spc="-30" strike="noStrike" u="none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We are a comprehensive marketing agency dedicated to assisting brands in their growth and audience engagement. By integrating creativity with data-driven strategies, we develop impactful campaigns that deliver measurable outcomes. Our approach blends strategic thinking, creative brilliance, and digital know-how to cultivate unforgettable brands.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6797" y="-69812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524777" y="1323975"/>
            <a:ext cx="5242920" cy="2880232"/>
            <a:chOff x="0" y="0"/>
            <a:chExt cx="1380851" cy="7585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0851" cy="758580"/>
            </a:xfrm>
            <a:custGeom>
              <a:avLst/>
              <a:gdLst/>
              <a:ahLst/>
              <a:cxnLst/>
              <a:rect r="r" b="b" t="t" l="l"/>
              <a:pathLst>
                <a:path h="758580" w="1380851">
                  <a:moveTo>
                    <a:pt x="36916" y="0"/>
                  </a:moveTo>
                  <a:lnTo>
                    <a:pt x="1343935" y="0"/>
                  </a:lnTo>
                  <a:cubicBezTo>
                    <a:pt x="1364324" y="0"/>
                    <a:pt x="1380851" y="16528"/>
                    <a:pt x="1380851" y="36916"/>
                  </a:cubicBezTo>
                  <a:lnTo>
                    <a:pt x="1380851" y="721663"/>
                  </a:lnTo>
                  <a:cubicBezTo>
                    <a:pt x="1380851" y="742052"/>
                    <a:pt x="1364324" y="758580"/>
                    <a:pt x="1343935" y="758580"/>
                  </a:cubicBezTo>
                  <a:lnTo>
                    <a:pt x="36916" y="758580"/>
                  </a:lnTo>
                  <a:cubicBezTo>
                    <a:pt x="16528" y="758580"/>
                    <a:pt x="0" y="742052"/>
                    <a:pt x="0" y="721663"/>
                  </a:cubicBezTo>
                  <a:lnTo>
                    <a:pt x="0" y="36916"/>
                  </a:lnTo>
                  <a:cubicBezTo>
                    <a:pt x="0" y="16528"/>
                    <a:pt x="16528" y="0"/>
                    <a:pt x="36916" y="0"/>
                  </a:cubicBezTo>
                  <a:close/>
                </a:path>
              </a:pathLst>
            </a:custGeom>
            <a:solidFill>
              <a:srgbClr val="1E1E1E"/>
            </a:solidFill>
            <a:ln w="9525" cap="rnd">
              <a:solidFill>
                <a:srgbClr val="E4E4E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0851" cy="80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16380" y="1348850"/>
            <a:ext cx="5242920" cy="2880232"/>
            <a:chOff x="0" y="0"/>
            <a:chExt cx="1380851" cy="7585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0851" cy="758580"/>
            </a:xfrm>
            <a:custGeom>
              <a:avLst/>
              <a:gdLst/>
              <a:ahLst/>
              <a:cxnLst/>
              <a:rect r="r" b="b" t="t" l="l"/>
              <a:pathLst>
                <a:path h="758580" w="1380851">
                  <a:moveTo>
                    <a:pt x="36916" y="0"/>
                  </a:moveTo>
                  <a:lnTo>
                    <a:pt x="1343935" y="0"/>
                  </a:lnTo>
                  <a:cubicBezTo>
                    <a:pt x="1364324" y="0"/>
                    <a:pt x="1380851" y="16528"/>
                    <a:pt x="1380851" y="36916"/>
                  </a:cubicBezTo>
                  <a:lnTo>
                    <a:pt x="1380851" y="721663"/>
                  </a:lnTo>
                  <a:cubicBezTo>
                    <a:pt x="1380851" y="742052"/>
                    <a:pt x="1364324" y="758580"/>
                    <a:pt x="1343935" y="758580"/>
                  </a:cubicBezTo>
                  <a:lnTo>
                    <a:pt x="36916" y="758580"/>
                  </a:lnTo>
                  <a:cubicBezTo>
                    <a:pt x="16528" y="758580"/>
                    <a:pt x="0" y="742052"/>
                    <a:pt x="0" y="721663"/>
                  </a:cubicBezTo>
                  <a:lnTo>
                    <a:pt x="0" y="36916"/>
                  </a:lnTo>
                  <a:cubicBezTo>
                    <a:pt x="0" y="16528"/>
                    <a:pt x="16528" y="0"/>
                    <a:pt x="36916" y="0"/>
                  </a:cubicBezTo>
                  <a:close/>
                </a:path>
              </a:pathLst>
            </a:custGeom>
            <a:solidFill>
              <a:srgbClr val="1E1E1E"/>
            </a:solidFill>
            <a:ln w="9525" cap="rnd">
              <a:solidFill>
                <a:srgbClr val="E4E4E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80851" cy="80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981203" y="3305797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6524700" y="6353194"/>
            <a:ext cx="5242920" cy="2880232"/>
            <a:chOff x="0" y="0"/>
            <a:chExt cx="1380851" cy="7585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0851" cy="758580"/>
            </a:xfrm>
            <a:custGeom>
              <a:avLst/>
              <a:gdLst/>
              <a:ahLst/>
              <a:cxnLst/>
              <a:rect r="r" b="b" t="t" l="l"/>
              <a:pathLst>
                <a:path h="758580" w="1380851">
                  <a:moveTo>
                    <a:pt x="36916" y="0"/>
                  </a:moveTo>
                  <a:lnTo>
                    <a:pt x="1343935" y="0"/>
                  </a:lnTo>
                  <a:cubicBezTo>
                    <a:pt x="1364324" y="0"/>
                    <a:pt x="1380851" y="16528"/>
                    <a:pt x="1380851" y="36916"/>
                  </a:cubicBezTo>
                  <a:lnTo>
                    <a:pt x="1380851" y="721663"/>
                  </a:lnTo>
                  <a:cubicBezTo>
                    <a:pt x="1380851" y="742052"/>
                    <a:pt x="1364324" y="758580"/>
                    <a:pt x="1343935" y="758580"/>
                  </a:cubicBezTo>
                  <a:lnTo>
                    <a:pt x="36916" y="758580"/>
                  </a:lnTo>
                  <a:cubicBezTo>
                    <a:pt x="16528" y="758580"/>
                    <a:pt x="0" y="742052"/>
                    <a:pt x="0" y="721663"/>
                  </a:cubicBezTo>
                  <a:lnTo>
                    <a:pt x="0" y="36916"/>
                  </a:lnTo>
                  <a:cubicBezTo>
                    <a:pt x="0" y="16528"/>
                    <a:pt x="16528" y="0"/>
                    <a:pt x="36916" y="0"/>
                  </a:cubicBezTo>
                  <a:close/>
                </a:path>
              </a:pathLst>
            </a:custGeom>
            <a:solidFill>
              <a:srgbClr val="1E1E1E"/>
            </a:solidFill>
            <a:ln w="9525" cap="rnd">
              <a:solidFill>
                <a:srgbClr val="E4E4E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80851" cy="80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353194"/>
            <a:ext cx="5242920" cy="2880232"/>
            <a:chOff x="0" y="0"/>
            <a:chExt cx="1380851" cy="7585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0851" cy="758580"/>
            </a:xfrm>
            <a:custGeom>
              <a:avLst/>
              <a:gdLst/>
              <a:ahLst/>
              <a:cxnLst/>
              <a:rect r="r" b="b" t="t" l="l"/>
              <a:pathLst>
                <a:path h="758580" w="1380851">
                  <a:moveTo>
                    <a:pt x="36916" y="0"/>
                  </a:moveTo>
                  <a:lnTo>
                    <a:pt x="1343935" y="0"/>
                  </a:lnTo>
                  <a:cubicBezTo>
                    <a:pt x="1364324" y="0"/>
                    <a:pt x="1380851" y="16528"/>
                    <a:pt x="1380851" y="36916"/>
                  </a:cubicBezTo>
                  <a:lnTo>
                    <a:pt x="1380851" y="721663"/>
                  </a:lnTo>
                  <a:cubicBezTo>
                    <a:pt x="1380851" y="742052"/>
                    <a:pt x="1364324" y="758580"/>
                    <a:pt x="1343935" y="758580"/>
                  </a:cubicBezTo>
                  <a:lnTo>
                    <a:pt x="36916" y="758580"/>
                  </a:lnTo>
                  <a:cubicBezTo>
                    <a:pt x="16528" y="758580"/>
                    <a:pt x="0" y="742052"/>
                    <a:pt x="0" y="721663"/>
                  </a:cubicBezTo>
                  <a:lnTo>
                    <a:pt x="0" y="36916"/>
                  </a:lnTo>
                  <a:cubicBezTo>
                    <a:pt x="0" y="16528"/>
                    <a:pt x="16528" y="0"/>
                    <a:pt x="36916" y="0"/>
                  </a:cubicBezTo>
                  <a:close/>
                </a:path>
              </a:pathLst>
            </a:custGeom>
            <a:solidFill>
              <a:srgbClr val="1E1E1E"/>
            </a:solidFill>
            <a:ln w="9525" cap="rnd">
              <a:solidFill>
                <a:srgbClr val="E4E4E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80851" cy="80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24795" y="4524356"/>
            <a:ext cx="5234505" cy="4709069"/>
            <a:chOff x="0" y="0"/>
            <a:chExt cx="1557565" cy="14012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7565" cy="1401218"/>
            </a:xfrm>
            <a:custGeom>
              <a:avLst/>
              <a:gdLst/>
              <a:ahLst/>
              <a:cxnLst/>
              <a:rect r="r" b="b" t="t" l="l"/>
              <a:pathLst>
                <a:path h="1401218" w="1557565">
                  <a:moveTo>
                    <a:pt x="36975" y="0"/>
                  </a:moveTo>
                  <a:lnTo>
                    <a:pt x="1520589" y="0"/>
                  </a:lnTo>
                  <a:cubicBezTo>
                    <a:pt x="1541010" y="0"/>
                    <a:pt x="1557565" y="16554"/>
                    <a:pt x="1557565" y="36975"/>
                  </a:cubicBezTo>
                  <a:lnTo>
                    <a:pt x="1557565" y="1364242"/>
                  </a:lnTo>
                  <a:cubicBezTo>
                    <a:pt x="1557565" y="1374049"/>
                    <a:pt x="1553669" y="1383454"/>
                    <a:pt x="1546735" y="1390388"/>
                  </a:cubicBezTo>
                  <a:cubicBezTo>
                    <a:pt x="1539801" y="1397322"/>
                    <a:pt x="1530396" y="1401218"/>
                    <a:pt x="1520589" y="1401218"/>
                  </a:cubicBezTo>
                  <a:lnTo>
                    <a:pt x="36975" y="1401218"/>
                  </a:lnTo>
                  <a:cubicBezTo>
                    <a:pt x="16554" y="1401218"/>
                    <a:pt x="0" y="1384663"/>
                    <a:pt x="0" y="1364242"/>
                  </a:cubicBezTo>
                  <a:lnTo>
                    <a:pt x="0" y="36975"/>
                  </a:lnTo>
                  <a:cubicBezTo>
                    <a:pt x="0" y="16554"/>
                    <a:pt x="16554" y="0"/>
                    <a:pt x="3697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105" r="0" b="-24105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129963" y="1348850"/>
            <a:ext cx="1440116" cy="1440116"/>
            <a:chOff x="0" y="0"/>
            <a:chExt cx="1920154" cy="192015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920154" cy="192015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4E4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319539" y="319539"/>
              <a:ext cx="1281076" cy="1281076"/>
            </a:xfrm>
            <a:custGeom>
              <a:avLst/>
              <a:gdLst/>
              <a:ahLst/>
              <a:cxnLst/>
              <a:rect r="r" b="b" t="t" l="l"/>
              <a:pathLst>
                <a:path h="1281076" w="1281076">
                  <a:moveTo>
                    <a:pt x="0" y="0"/>
                  </a:moveTo>
                  <a:lnTo>
                    <a:pt x="1281076" y="0"/>
                  </a:lnTo>
                  <a:lnTo>
                    <a:pt x="1281076" y="1281076"/>
                  </a:lnTo>
                  <a:lnTo>
                    <a:pt x="0" y="1281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3392">
            <a:off x="1496843" y="6942366"/>
            <a:ext cx="444660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BRAND</a:t>
            </a: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ING &amp;</a:t>
            </a: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 IDENTITY</a:t>
            </a:r>
          </a:p>
        </p:txBody>
      </p:sp>
      <p:sp>
        <p:nvSpPr>
          <p:cNvPr name="TextBox 29" id="29"/>
          <p:cNvSpPr txBox="true"/>
          <p:nvPr/>
        </p:nvSpPr>
        <p:spPr>
          <a:xfrm rot="3392">
            <a:off x="7104870" y="1845162"/>
            <a:ext cx="4223627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DIGITAL</a:t>
            </a: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 MARKETING</a:t>
            </a:r>
          </a:p>
        </p:txBody>
      </p:sp>
      <p:sp>
        <p:nvSpPr>
          <p:cNvPr name="TextBox 30" id="30"/>
          <p:cNvSpPr txBox="true"/>
          <p:nvPr/>
        </p:nvSpPr>
        <p:spPr>
          <a:xfrm rot="3392">
            <a:off x="6981388" y="6942180"/>
            <a:ext cx="4071020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CONTENT C</a:t>
            </a: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REATION</a:t>
            </a:r>
          </a:p>
        </p:txBody>
      </p:sp>
      <p:sp>
        <p:nvSpPr>
          <p:cNvPr name="TextBox 31" id="31"/>
          <p:cNvSpPr txBox="true"/>
          <p:nvPr/>
        </p:nvSpPr>
        <p:spPr>
          <a:xfrm rot="3392">
            <a:off x="12396532" y="1845087"/>
            <a:ext cx="4071020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CAMPAIGN STRATE</a:t>
            </a: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GY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6645" y="7517935"/>
            <a:ext cx="4409775" cy="122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 spc="-3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We build strong brand foundations through memorable logos, cohesive visuals, and strategic planning to engage your audience.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04685" y="2506841"/>
            <a:ext cx="4111807" cy="122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 spc="-3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Through social media management, targeted advertising, and SEO, we propel online growth and enhance your brand’s visibility.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81203" y="7555256"/>
            <a:ext cx="4471007" cy="122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 spc="-3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Our team creates exceptional content that encompasses photography, videography, and copywriting to effectively convey your brand's story.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96347" y="2506841"/>
            <a:ext cx="4463466" cy="122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 spc="-3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We create and implement powerful campaigns for product launches, promotions, and brand activations that drive engagement and deliver results.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4662555"/>
            <a:ext cx="10466716" cy="14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Our Services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6627573" y="1238257"/>
            <a:ext cx="9169452" cy="12094002"/>
          </a:xfrm>
          <a:custGeom>
            <a:avLst/>
            <a:gdLst/>
            <a:ahLst/>
            <a:cxnLst/>
            <a:rect r="r" b="b" t="t" l="l"/>
            <a:pathLst>
              <a:path h="12094002" w="9169452">
                <a:moveTo>
                  <a:pt x="0" y="12094002"/>
                </a:moveTo>
                <a:lnTo>
                  <a:pt x="9169452" y="12094002"/>
                </a:lnTo>
                <a:lnTo>
                  <a:pt x="9169452" y="0"/>
                </a:lnTo>
                <a:lnTo>
                  <a:pt x="0" y="0"/>
                </a:lnTo>
                <a:lnTo>
                  <a:pt x="0" y="120940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406354"/>
            <a:ext cx="6113793" cy="3834510"/>
            <a:chOff x="0" y="0"/>
            <a:chExt cx="1105553" cy="6933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5553" cy="693392"/>
            </a:xfrm>
            <a:custGeom>
              <a:avLst/>
              <a:gdLst/>
              <a:ahLst/>
              <a:cxnLst/>
              <a:rect r="r" b="b" t="t" l="l"/>
              <a:pathLst>
                <a:path h="693392" w="1105553">
                  <a:moveTo>
                    <a:pt x="31658" y="0"/>
                  </a:moveTo>
                  <a:lnTo>
                    <a:pt x="1073896" y="0"/>
                  </a:lnTo>
                  <a:cubicBezTo>
                    <a:pt x="1082292" y="0"/>
                    <a:pt x="1090344" y="3335"/>
                    <a:pt x="1096281" y="9272"/>
                  </a:cubicBezTo>
                  <a:cubicBezTo>
                    <a:pt x="1102218" y="15209"/>
                    <a:pt x="1105553" y="23261"/>
                    <a:pt x="1105553" y="31658"/>
                  </a:cubicBezTo>
                  <a:lnTo>
                    <a:pt x="1105553" y="661734"/>
                  </a:lnTo>
                  <a:cubicBezTo>
                    <a:pt x="1105553" y="679218"/>
                    <a:pt x="1091380" y="693392"/>
                    <a:pt x="1073896" y="693392"/>
                  </a:cubicBezTo>
                  <a:lnTo>
                    <a:pt x="31658" y="693392"/>
                  </a:lnTo>
                  <a:cubicBezTo>
                    <a:pt x="23261" y="693392"/>
                    <a:pt x="15209" y="690057"/>
                    <a:pt x="9272" y="684120"/>
                  </a:cubicBezTo>
                  <a:cubicBezTo>
                    <a:pt x="3335" y="678183"/>
                    <a:pt x="0" y="670131"/>
                    <a:pt x="0" y="661734"/>
                  </a:cubicBezTo>
                  <a:lnTo>
                    <a:pt x="0" y="31658"/>
                  </a:lnTo>
                  <a:cubicBezTo>
                    <a:pt x="0" y="23261"/>
                    <a:pt x="3335" y="15209"/>
                    <a:pt x="9272" y="9272"/>
                  </a:cubicBezTo>
                  <a:cubicBezTo>
                    <a:pt x="15209" y="3335"/>
                    <a:pt x="23261" y="0"/>
                    <a:pt x="31658" y="0"/>
                  </a:cubicBezTo>
                  <a:close/>
                </a:path>
              </a:pathLst>
            </a:custGeom>
            <a:blipFill>
              <a:blip r:embed="rId4"/>
              <a:stretch>
                <a:fillRect l="-7477" t="-95729" r="-18509" b="-72104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74169"/>
            <a:ext cx="16230600" cy="454531"/>
            <a:chOff x="0" y="0"/>
            <a:chExt cx="21640800" cy="60604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8186"/>
              <a:ext cx="5807849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8100091" y="0"/>
              <a:ext cx="3540709" cy="606041"/>
              <a:chOff x="0" y="0"/>
              <a:chExt cx="699399" cy="11971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9399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9399">
                    <a:moveTo>
                      <a:pt x="59856" y="0"/>
                    </a:moveTo>
                    <a:lnTo>
                      <a:pt x="639543" y="0"/>
                    </a:lnTo>
                    <a:cubicBezTo>
                      <a:pt x="655418" y="0"/>
                      <a:pt x="670643" y="6306"/>
                      <a:pt x="681868" y="17531"/>
                    </a:cubicBezTo>
                    <a:cubicBezTo>
                      <a:pt x="693093" y="28757"/>
                      <a:pt x="699399" y="43981"/>
                      <a:pt x="699399" y="59856"/>
                    </a:cubicBezTo>
                    <a:lnTo>
                      <a:pt x="699399" y="59856"/>
                    </a:lnTo>
                    <a:cubicBezTo>
                      <a:pt x="699399" y="75731"/>
                      <a:pt x="693093" y="90955"/>
                      <a:pt x="681868" y="102180"/>
                    </a:cubicBezTo>
                    <a:cubicBezTo>
                      <a:pt x="670643" y="113406"/>
                      <a:pt x="655418" y="119712"/>
                      <a:pt x="639543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38100"/>
                <a:ext cx="699399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E4E4E4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0780712" y="3503744"/>
            <a:ext cx="6478588" cy="1601694"/>
            <a:chOff x="0" y="0"/>
            <a:chExt cx="1706295" cy="4218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295" cy="421845"/>
            </a:xfrm>
            <a:custGeom>
              <a:avLst/>
              <a:gdLst/>
              <a:ahLst/>
              <a:cxnLst/>
              <a:rect r="r" b="b" t="t" l="l"/>
              <a:pathLst>
                <a:path h="421845" w="1706295">
                  <a:moveTo>
                    <a:pt x="35850" y="0"/>
                  </a:moveTo>
                  <a:lnTo>
                    <a:pt x="1670445" y="0"/>
                  </a:lnTo>
                  <a:cubicBezTo>
                    <a:pt x="1690244" y="0"/>
                    <a:pt x="1706295" y="16051"/>
                    <a:pt x="1706295" y="35850"/>
                  </a:cubicBezTo>
                  <a:lnTo>
                    <a:pt x="1706295" y="385995"/>
                  </a:lnTo>
                  <a:cubicBezTo>
                    <a:pt x="1706295" y="405795"/>
                    <a:pt x="1690244" y="421845"/>
                    <a:pt x="1670445" y="421845"/>
                  </a:cubicBezTo>
                  <a:lnTo>
                    <a:pt x="35850" y="421845"/>
                  </a:lnTo>
                  <a:cubicBezTo>
                    <a:pt x="16051" y="421845"/>
                    <a:pt x="0" y="405795"/>
                    <a:pt x="0" y="385995"/>
                  </a:cubicBezTo>
                  <a:lnTo>
                    <a:pt x="0" y="35850"/>
                  </a:lnTo>
                  <a:cubicBezTo>
                    <a:pt x="0" y="16051"/>
                    <a:pt x="16051" y="0"/>
                    <a:pt x="358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706295" cy="38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80712" y="5570751"/>
            <a:ext cx="6478588" cy="1601694"/>
            <a:chOff x="0" y="0"/>
            <a:chExt cx="1706295" cy="4218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295" cy="421845"/>
            </a:xfrm>
            <a:custGeom>
              <a:avLst/>
              <a:gdLst/>
              <a:ahLst/>
              <a:cxnLst/>
              <a:rect r="r" b="b" t="t" l="l"/>
              <a:pathLst>
                <a:path h="421845" w="1706295">
                  <a:moveTo>
                    <a:pt x="35850" y="0"/>
                  </a:moveTo>
                  <a:lnTo>
                    <a:pt x="1670445" y="0"/>
                  </a:lnTo>
                  <a:cubicBezTo>
                    <a:pt x="1690244" y="0"/>
                    <a:pt x="1706295" y="16051"/>
                    <a:pt x="1706295" y="35850"/>
                  </a:cubicBezTo>
                  <a:lnTo>
                    <a:pt x="1706295" y="385995"/>
                  </a:lnTo>
                  <a:cubicBezTo>
                    <a:pt x="1706295" y="405795"/>
                    <a:pt x="1690244" y="421845"/>
                    <a:pt x="1670445" y="421845"/>
                  </a:cubicBezTo>
                  <a:lnTo>
                    <a:pt x="35850" y="421845"/>
                  </a:lnTo>
                  <a:cubicBezTo>
                    <a:pt x="16051" y="421845"/>
                    <a:pt x="0" y="405795"/>
                    <a:pt x="0" y="385995"/>
                  </a:cubicBezTo>
                  <a:lnTo>
                    <a:pt x="0" y="35850"/>
                  </a:lnTo>
                  <a:cubicBezTo>
                    <a:pt x="0" y="16051"/>
                    <a:pt x="16051" y="0"/>
                    <a:pt x="358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1706295" cy="38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80712" y="7639170"/>
            <a:ext cx="6478588" cy="1601694"/>
            <a:chOff x="0" y="0"/>
            <a:chExt cx="1706295" cy="4218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295" cy="421845"/>
            </a:xfrm>
            <a:custGeom>
              <a:avLst/>
              <a:gdLst/>
              <a:ahLst/>
              <a:cxnLst/>
              <a:rect r="r" b="b" t="t" l="l"/>
              <a:pathLst>
                <a:path h="421845" w="1706295">
                  <a:moveTo>
                    <a:pt x="35850" y="0"/>
                  </a:moveTo>
                  <a:lnTo>
                    <a:pt x="1670445" y="0"/>
                  </a:lnTo>
                  <a:cubicBezTo>
                    <a:pt x="1690244" y="0"/>
                    <a:pt x="1706295" y="16051"/>
                    <a:pt x="1706295" y="35850"/>
                  </a:cubicBezTo>
                  <a:lnTo>
                    <a:pt x="1706295" y="385995"/>
                  </a:lnTo>
                  <a:cubicBezTo>
                    <a:pt x="1706295" y="405795"/>
                    <a:pt x="1690244" y="421845"/>
                    <a:pt x="1670445" y="421845"/>
                  </a:cubicBezTo>
                  <a:lnTo>
                    <a:pt x="35850" y="421845"/>
                  </a:lnTo>
                  <a:cubicBezTo>
                    <a:pt x="16051" y="421845"/>
                    <a:pt x="0" y="405795"/>
                    <a:pt x="0" y="385995"/>
                  </a:cubicBezTo>
                  <a:lnTo>
                    <a:pt x="0" y="35850"/>
                  </a:lnTo>
                  <a:cubicBezTo>
                    <a:pt x="0" y="16051"/>
                    <a:pt x="16051" y="0"/>
                    <a:pt x="358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38100"/>
              <a:ext cx="1706295" cy="38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48510" y="3503744"/>
            <a:ext cx="1064406" cy="1064406"/>
            <a:chOff x="0" y="0"/>
            <a:chExt cx="1419208" cy="141920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419208" cy="141920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19462" y="220110"/>
              <a:ext cx="980283" cy="980283"/>
            </a:xfrm>
            <a:custGeom>
              <a:avLst/>
              <a:gdLst/>
              <a:ahLst/>
              <a:cxnLst/>
              <a:rect r="r" b="b" t="t" l="l"/>
              <a:pathLst>
                <a:path h="980283" w="980283">
                  <a:moveTo>
                    <a:pt x="0" y="0"/>
                  </a:moveTo>
                  <a:lnTo>
                    <a:pt x="980284" y="0"/>
                  </a:lnTo>
                  <a:lnTo>
                    <a:pt x="980284" y="980284"/>
                  </a:lnTo>
                  <a:lnTo>
                    <a:pt x="0" y="98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48510" y="5570751"/>
            <a:ext cx="1064406" cy="1064406"/>
            <a:chOff x="0" y="0"/>
            <a:chExt cx="1419208" cy="141920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419208" cy="1419208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219462" y="220110"/>
              <a:ext cx="980283" cy="980283"/>
            </a:xfrm>
            <a:custGeom>
              <a:avLst/>
              <a:gdLst/>
              <a:ahLst/>
              <a:cxnLst/>
              <a:rect r="r" b="b" t="t" l="l"/>
              <a:pathLst>
                <a:path h="980283" w="980283">
                  <a:moveTo>
                    <a:pt x="0" y="0"/>
                  </a:moveTo>
                  <a:lnTo>
                    <a:pt x="980284" y="0"/>
                  </a:lnTo>
                  <a:lnTo>
                    <a:pt x="980284" y="980284"/>
                  </a:lnTo>
                  <a:lnTo>
                    <a:pt x="0" y="98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48510" y="7639170"/>
            <a:ext cx="1064406" cy="1064406"/>
            <a:chOff x="0" y="0"/>
            <a:chExt cx="1419208" cy="141920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419208" cy="1419208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219462" y="220110"/>
              <a:ext cx="980283" cy="980283"/>
            </a:xfrm>
            <a:custGeom>
              <a:avLst/>
              <a:gdLst/>
              <a:ahLst/>
              <a:cxnLst/>
              <a:rect r="r" b="b" t="t" l="l"/>
              <a:pathLst>
                <a:path h="980283" w="980283">
                  <a:moveTo>
                    <a:pt x="0" y="0"/>
                  </a:moveTo>
                  <a:lnTo>
                    <a:pt x="980284" y="0"/>
                  </a:lnTo>
                  <a:lnTo>
                    <a:pt x="980284" y="980284"/>
                  </a:lnTo>
                  <a:lnTo>
                    <a:pt x="0" y="98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3202" y="1701050"/>
            <a:ext cx="7587811" cy="28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12000" spc="-90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Our Strengths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32960" y="3769741"/>
            <a:ext cx="5213765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CREATIVE &amp; </a:t>
            </a: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TREND DRIVEN EXECUTION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32960" y="5836749"/>
            <a:ext cx="5213765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FAST, AGILE, A</a:t>
            </a: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ND ADAPTIVE TEAM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32960" y="7905167"/>
            <a:ext cx="5213765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STRONG FOCUS ON ROI A</a:t>
            </a:r>
            <a:r>
              <a:rPr lang="en-US" sz="4200" spc="-315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ND GROWTH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7658" y="623329"/>
            <a:ext cx="9040342" cy="9040342"/>
          </a:xfrm>
          <a:custGeom>
            <a:avLst/>
            <a:gdLst/>
            <a:ahLst/>
            <a:cxnLst/>
            <a:rect r="r" b="b" t="t" l="l"/>
            <a:pathLst>
              <a:path h="9040342" w="9040342">
                <a:moveTo>
                  <a:pt x="0" y="0"/>
                </a:moveTo>
                <a:lnTo>
                  <a:pt x="9040342" y="0"/>
                </a:lnTo>
                <a:lnTo>
                  <a:pt x="9040342" y="9040342"/>
                </a:lnTo>
                <a:lnTo>
                  <a:pt x="0" y="904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082806"/>
            <a:ext cx="10620361" cy="10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0"/>
              </a:lnSpc>
            </a:pPr>
            <a:r>
              <a:rPr lang="en-US" sz="8000" spc="-6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We don’t just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18215"/>
            <a:ext cx="10620361" cy="10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0"/>
              </a:lnSpc>
            </a:pPr>
            <a:r>
              <a:rPr lang="en-US" sz="8000" spc="-600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visuals. We craft brand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53625"/>
            <a:ext cx="10620361" cy="10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0"/>
              </a:lnSpc>
            </a:pPr>
            <a:r>
              <a:rPr lang="en-US" sz="8000" spc="-6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experiences that leave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89034"/>
            <a:ext cx="10620361" cy="10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0"/>
              </a:lnSpc>
            </a:pPr>
            <a:r>
              <a:rPr lang="en-US" sz="8000" spc="-600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lasting impressions.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1203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06797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7537136" y="8177754"/>
            <a:ext cx="3294651" cy="108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 strike="noStrike" u="none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CLIENTS HAVE BEEN COLLABORATING WITH US.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641411" y="423559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488385" y="5188072"/>
            <a:ext cx="3392152" cy="173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299"/>
              </a:lnSpc>
              <a:spcBef>
                <a:spcPct val="0"/>
              </a:spcBef>
            </a:pPr>
            <a:r>
              <a:rPr lang="en-US" b="true" sz="15000" spc="-1125" strike="noStrike" u="non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4216" y="1758920"/>
            <a:ext cx="15299567" cy="14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Our Experience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98274" y="423559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3419" y="8177754"/>
            <a:ext cx="3955811" cy="108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 strike="noStrike" u="none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YEARS OF INDUSTRY PROFESSIONAL EXPERIENCE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4451" y="5188072"/>
            <a:ext cx="2713746" cy="173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299"/>
              </a:lnSpc>
              <a:spcBef>
                <a:spcPct val="0"/>
              </a:spcBef>
            </a:pPr>
            <a:r>
              <a:rPr lang="en-US" b="true" sz="15000" spc="-1125" strike="noStrike" u="non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244087" y="4235590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849693" y="8177754"/>
            <a:ext cx="3874888" cy="108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 strike="noStrike" u="none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PROJECTS ARE COMPLETED EXCEPTIONALLY WELL.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6468" y="5188072"/>
            <a:ext cx="3461338" cy="173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299"/>
              </a:lnSpc>
              <a:spcBef>
                <a:spcPct val="0"/>
              </a:spcBef>
            </a:pPr>
            <a:r>
              <a:rPr lang="en-US" b="true" sz="15000" spc="-1125" strike="noStrike" u="non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3829" y="623329"/>
            <a:ext cx="9040342" cy="9040342"/>
          </a:xfrm>
          <a:custGeom>
            <a:avLst/>
            <a:gdLst/>
            <a:ahLst/>
            <a:cxnLst/>
            <a:rect r="r" b="b" t="t" l="l"/>
            <a:pathLst>
              <a:path h="9040342" w="9040342">
                <a:moveTo>
                  <a:pt x="0" y="0"/>
                </a:moveTo>
                <a:lnTo>
                  <a:pt x="9040342" y="0"/>
                </a:lnTo>
                <a:lnTo>
                  <a:pt x="9040342" y="9040342"/>
                </a:lnTo>
                <a:lnTo>
                  <a:pt x="0" y="904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554" y="2587856"/>
            <a:ext cx="2415449" cy="2000300"/>
            <a:chOff x="0" y="0"/>
            <a:chExt cx="436784" cy="3617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4"/>
              <a:stretch>
                <a:fillRect l="-5208" t="0" r="-5208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356718" y="2218295"/>
            <a:ext cx="739121" cy="7391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71014" y="233292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353997" y="2587856"/>
            <a:ext cx="2415449" cy="2000300"/>
            <a:chOff x="0" y="0"/>
            <a:chExt cx="436784" cy="3617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1005" r="0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192161" y="2218295"/>
            <a:ext cx="739121" cy="7391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306456" y="233292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8554" y="6534766"/>
            <a:ext cx="2415449" cy="2000300"/>
            <a:chOff x="0" y="0"/>
            <a:chExt cx="436784" cy="3617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7"/>
              <a:stretch>
                <a:fillRect l="-20091" t="0" r="0" b="-93353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356718" y="6165205"/>
            <a:ext cx="739121" cy="7391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71014" y="627983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353997" y="6534766"/>
            <a:ext cx="2415449" cy="2000300"/>
            <a:chOff x="0" y="0"/>
            <a:chExt cx="436784" cy="3617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31835" r="-44375" b="-616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192161" y="6165205"/>
            <a:ext cx="739121" cy="7391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306456" y="627983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30" y="0"/>
                </a:lnTo>
                <a:lnTo>
                  <a:pt x="510530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075516" y="6534766"/>
            <a:ext cx="2415449" cy="2000300"/>
            <a:chOff x="0" y="0"/>
            <a:chExt cx="436784" cy="3617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1164" r="0" b="-49841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13680" y="6165205"/>
            <a:ext cx="739121" cy="7391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027976" y="627983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29" y="0"/>
                </a:lnTo>
                <a:lnTo>
                  <a:pt x="510529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797035" y="6534766"/>
            <a:ext cx="2415449" cy="2000300"/>
            <a:chOff x="0" y="0"/>
            <a:chExt cx="436784" cy="3617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784" cy="361713"/>
            </a:xfrm>
            <a:custGeom>
              <a:avLst/>
              <a:gdLst/>
              <a:ahLst/>
              <a:cxnLst/>
              <a:rect r="r" b="b" t="t" l="l"/>
              <a:pathLst>
                <a:path h="361713" w="436784">
                  <a:moveTo>
                    <a:pt x="80129" y="0"/>
                  </a:moveTo>
                  <a:lnTo>
                    <a:pt x="356655" y="0"/>
                  </a:lnTo>
                  <a:cubicBezTo>
                    <a:pt x="377907" y="0"/>
                    <a:pt x="398288" y="8442"/>
                    <a:pt x="413315" y="23469"/>
                  </a:cubicBezTo>
                  <a:cubicBezTo>
                    <a:pt x="428342" y="38496"/>
                    <a:pt x="436784" y="58878"/>
                    <a:pt x="436784" y="80129"/>
                  </a:cubicBezTo>
                  <a:lnTo>
                    <a:pt x="436784" y="281584"/>
                  </a:lnTo>
                  <a:cubicBezTo>
                    <a:pt x="436784" y="302835"/>
                    <a:pt x="428342" y="323216"/>
                    <a:pt x="413315" y="338244"/>
                  </a:cubicBezTo>
                  <a:cubicBezTo>
                    <a:pt x="398288" y="353271"/>
                    <a:pt x="377907" y="361713"/>
                    <a:pt x="356655" y="361713"/>
                  </a:cubicBezTo>
                  <a:lnTo>
                    <a:pt x="80129" y="361713"/>
                  </a:lnTo>
                  <a:cubicBezTo>
                    <a:pt x="58878" y="361713"/>
                    <a:pt x="38496" y="353271"/>
                    <a:pt x="23469" y="338244"/>
                  </a:cubicBezTo>
                  <a:cubicBezTo>
                    <a:pt x="8442" y="323216"/>
                    <a:pt x="0" y="302835"/>
                    <a:pt x="0" y="281584"/>
                  </a:cubicBezTo>
                  <a:lnTo>
                    <a:pt x="0" y="80129"/>
                  </a:lnTo>
                  <a:cubicBezTo>
                    <a:pt x="0" y="58878"/>
                    <a:pt x="8442" y="38496"/>
                    <a:pt x="23469" y="23469"/>
                  </a:cubicBezTo>
                  <a:cubicBezTo>
                    <a:pt x="38496" y="8442"/>
                    <a:pt x="58878" y="0"/>
                    <a:pt x="80129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0502" r="0" b="-30502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635199" y="6165205"/>
            <a:ext cx="739121" cy="7391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12167" lIns="12167" bIns="12167" rIns="1216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749495" y="6279838"/>
            <a:ext cx="510530" cy="510530"/>
          </a:xfrm>
          <a:custGeom>
            <a:avLst/>
            <a:gdLst/>
            <a:ahLst/>
            <a:cxnLst/>
            <a:rect r="r" b="b" t="t" l="l"/>
            <a:pathLst>
              <a:path h="510530" w="510530">
                <a:moveTo>
                  <a:pt x="0" y="0"/>
                </a:moveTo>
                <a:lnTo>
                  <a:pt x="510529" y="0"/>
                </a:lnTo>
                <a:lnTo>
                  <a:pt x="510529" y="510530"/>
                </a:lnTo>
                <a:lnTo>
                  <a:pt x="0" y="51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028700" y="574169"/>
            <a:ext cx="16230600" cy="454531"/>
            <a:chOff x="0" y="0"/>
            <a:chExt cx="21640800" cy="606041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118186"/>
              <a:ext cx="5807849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8100091" y="0"/>
              <a:ext cx="3540709" cy="606041"/>
              <a:chOff x="0" y="0"/>
              <a:chExt cx="699399" cy="11971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99399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9399">
                    <a:moveTo>
                      <a:pt x="59856" y="0"/>
                    </a:moveTo>
                    <a:lnTo>
                      <a:pt x="639543" y="0"/>
                    </a:lnTo>
                    <a:cubicBezTo>
                      <a:pt x="655418" y="0"/>
                      <a:pt x="670643" y="6306"/>
                      <a:pt x="681868" y="17531"/>
                    </a:cubicBezTo>
                    <a:cubicBezTo>
                      <a:pt x="693093" y="28757"/>
                      <a:pt x="699399" y="43981"/>
                      <a:pt x="699399" y="59856"/>
                    </a:cubicBezTo>
                    <a:lnTo>
                      <a:pt x="699399" y="59856"/>
                    </a:lnTo>
                    <a:cubicBezTo>
                      <a:pt x="699399" y="75731"/>
                      <a:pt x="693093" y="90955"/>
                      <a:pt x="681868" y="102180"/>
                    </a:cubicBezTo>
                    <a:cubicBezTo>
                      <a:pt x="670643" y="113406"/>
                      <a:pt x="655418" y="119712"/>
                      <a:pt x="639543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38100"/>
                <a:ext cx="699399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E4E4E4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4799589" y="2497980"/>
            <a:ext cx="8688822" cy="28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Our Notable Clients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8554" y="498380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ARTSY C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AF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53997" y="498380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BRICK RE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8554" y="893071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IANT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BEAUTY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353997" y="893071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WN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 &amp; CO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75516" y="893071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EET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 &amp; 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STITCH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97035" y="8930714"/>
            <a:ext cx="2415449" cy="32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 spc="-18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LUXE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pc="-18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TEL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1203" y="3305797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06797" y="-69812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84391" y="4044074"/>
            <a:ext cx="3063400" cy="30634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7688" t="0" r="-15645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88227" y="4044074"/>
            <a:ext cx="3063400" cy="30634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205" r="0" b="-24128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868140" y="4044074"/>
            <a:ext cx="3063400" cy="30634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195900" y="4044074"/>
            <a:ext cx="3063400" cy="30634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0461" t="-9515" r="-14303" b="-56837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14240209" y="8511146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ro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ject Manage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6373" y="8511146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nt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en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 Cr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ato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373" y="7959883"/>
            <a:ext cx="3019091" cy="3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ALLUM PRI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0209" y="7959883"/>
            <a:ext cx="3019091" cy="3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DANI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4383" y="8511146"/>
            <a:ext cx="2887725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ive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Dir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cto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7959883"/>
            <a:ext cx="3019091" cy="3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FLE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TCHER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32536" y="8511146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Mark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ti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St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ra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eg</a:t>
            </a:r>
            <a:r>
              <a:rPr lang="en-US" sz="2099" i="true" strike="noStrike" u="none">
                <a:solidFill>
                  <a:srgbClr val="E4E4E4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32536" y="7959883"/>
            <a:ext cx="3019091" cy="3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CHEL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b="true" sz="2799" spc="-139" strike="noStrike" u="none">
                <a:solidFill>
                  <a:srgbClr val="FF75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25857" y="1823340"/>
            <a:ext cx="11436286" cy="14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Meet the Team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1203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06797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129963" y="1826235"/>
            <a:ext cx="7452190" cy="423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 spc="-900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Our Previous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570261" y="5266815"/>
            <a:ext cx="5147478" cy="3991485"/>
            <a:chOff x="0" y="0"/>
            <a:chExt cx="930815" cy="7217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815" cy="721778"/>
            </a:xfrm>
            <a:custGeom>
              <a:avLst/>
              <a:gdLst/>
              <a:ahLst/>
              <a:cxnLst/>
              <a:rect r="r" b="b" t="t" l="l"/>
              <a:pathLst>
                <a:path h="721778" w="930815">
                  <a:moveTo>
                    <a:pt x="37601" y="0"/>
                  </a:moveTo>
                  <a:lnTo>
                    <a:pt x="893215" y="0"/>
                  </a:lnTo>
                  <a:cubicBezTo>
                    <a:pt x="913981" y="0"/>
                    <a:pt x="930815" y="16834"/>
                    <a:pt x="930815" y="37601"/>
                  </a:cubicBezTo>
                  <a:lnTo>
                    <a:pt x="930815" y="684177"/>
                  </a:lnTo>
                  <a:cubicBezTo>
                    <a:pt x="930815" y="704943"/>
                    <a:pt x="913981" y="721778"/>
                    <a:pt x="893215" y="721778"/>
                  </a:cubicBezTo>
                  <a:lnTo>
                    <a:pt x="37601" y="721778"/>
                  </a:lnTo>
                  <a:cubicBezTo>
                    <a:pt x="16834" y="721778"/>
                    <a:pt x="0" y="704943"/>
                    <a:pt x="0" y="684177"/>
                  </a:cubicBezTo>
                  <a:lnTo>
                    <a:pt x="0" y="37601"/>
                  </a:lnTo>
                  <a:cubicBezTo>
                    <a:pt x="0" y="16834"/>
                    <a:pt x="16834" y="0"/>
                    <a:pt x="37601" y="0"/>
                  </a:cubicBezTo>
                  <a:close/>
                </a:path>
              </a:pathLst>
            </a:custGeom>
            <a:blipFill>
              <a:blip r:embed="rId4"/>
              <a:stretch>
                <a:fillRect l="-4713" t="-46546" r="0" b="-33507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1492860"/>
            <a:ext cx="8115300" cy="3165086"/>
            <a:chOff x="0" y="0"/>
            <a:chExt cx="1467485" cy="5723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7485" cy="572341"/>
            </a:xfrm>
            <a:custGeom>
              <a:avLst/>
              <a:gdLst/>
              <a:ahLst/>
              <a:cxnLst/>
              <a:rect r="r" b="b" t="t" l="l"/>
              <a:pathLst>
                <a:path h="572341" w="1467485">
                  <a:moveTo>
                    <a:pt x="23850" y="0"/>
                  </a:moveTo>
                  <a:lnTo>
                    <a:pt x="1443635" y="0"/>
                  </a:lnTo>
                  <a:cubicBezTo>
                    <a:pt x="1456807" y="0"/>
                    <a:pt x="1467485" y="10678"/>
                    <a:pt x="1467485" y="23850"/>
                  </a:cubicBezTo>
                  <a:lnTo>
                    <a:pt x="1467485" y="548491"/>
                  </a:lnTo>
                  <a:cubicBezTo>
                    <a:pt x="1467485" y="554816"/>
                    <a:pt x="1464972" y="560882"/>
                    <a:pt x="1460499" y="565355"/>
                  </a:cubicBezTo>
                  <a:cubicBezTo>
                    <a:pt x="1456027" y="569828"/>
                    <a:pt x="1449960" y="572341"/>
                    <a:pt x="1443635" y="572341"/>
                  </a:cubicBezTo>
                  <a:lnTo>
                    <a:pt x="23850" y="572341"/>
                  </a:lnTo>
                  <a:cubicBezTo>
                    <a:pt x="17524" y="572341"/>
                    <a:pt x="11458" y="569828"/>
                    <a:pt x="6985" y="565355"/>
                  </a:cubicBezTo>
                  <a:cubicBezTo>
                    <a:pt x="2513" y="560882"/>
                    <a:pt x="0" y="554816"/>
                    <a:pt x="0" y="54849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1150" r="0" b="-51149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129963" y="7818184"/>
            <a:ext cx="1440116" cy="1440116"/>
            <a:chOff x="0" y="0"/>
            <a:chExt cx="1920154" cy="19201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920154" cy="192015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4E4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19539" y="319539"/>
              <a:ext cx="1281076" cy="1281076"/>
            </a:xfrm>
            <a:custGeom>
              <a:avLst/>
              <a:gdLst/>
              <a:ahLst/>
              <a:cxnLst/>
              <a:rect r="r" b="b" t="t" l="l"/>
              <a:pathLst>
                <a:path h="1281076" w="1281076">
                  <a:moveTo>
                    <a:pt x="0" y="0"/>
                  </a:moveTo>
                  <a:lnTo>
                    <a:pt x="1281076" y="0"/>
                  </a:lnTo>
                  <a:lnTo>
                    <a:pt x="1281076" y="1281076"/>
                  </a:lnTo>
                  <a:lnTo>
                    <a:pt x="0" y="1281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3392">
            <a:off x="12960650" y="6253976"/>
            <a:ext cx="4298245" cy="72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pc="-139" strike="noStrike" u="none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CAMPAIGN STRATEGY FOR RADIANT BEAUTY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60579" y="7299647"/>
            <a:ext cx="4298721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20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By bl</a:t>
            </a:r>
            <a:r>
              <a:rPr lang="en-US" sz="20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ending au</a:t>
            </a:r>
            <a:r>
              <a:rPr lang="en-US" sz="20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dience insights, creative storytelling, and strategic media planning, we delivered a data-driven campaign that reinforced the brand's identity and maximized audience impact.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3329"/>
            <a:ext cx="9040342" cy="9040342"/>
          </a:xfrm>
          <a:custGeom>
            <a:avLst/>
            <a:gdLst/>
            <a:ahLst/>
            <a:cxnLst/>
            <a:rect r="r" b="b" t="t" l="l"/>
            <a:pathLst>
              <a:path h="9040342" w="9040342">
                <a:moveTo>
                  <a:pt x="0" y="0"/>
                </a:moveTo>
                <a:lnTo>
                  <a:pt x="9040342" y="0"/>
                </a:lnTo>
                <a:lnTo>
                  <a:pt x="9040342" y="9040342"/>
                </a:lnTo>
                <a:lnTo>
                  <a:pt x="0" y="904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9963" y="574169"/>
            <a:ext cx="16129337" cy="454531"/>
            <a:chOff x="0" y="0"/>
            <a:chExt cx="21505783" cy="60604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8186"/>
              <a:ext cx="5771614" cy="39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>
                  <a:solidFill>
                    <a:srgbClr val="E4E4E4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SIGNAL HOUSE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17987164" y="0"/>
              <a:ext cx="3518619" cy="606041"/>
              <a:chOff x="0" y="0"/>
              <a:chExt cx="695036" cy="11971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95036" cy="119712"/>
              </a:xfrm>
              <a:custGeom>
                <a:avLst/>
                <a:gdLst/>
                <a:ahLst/>
                <a:cxnLst/>
                <a:rect r="r" b="b" t="t" l="l"/>
                <a:pathLst>
                  <a:path h="119712" w="695036">
                    <a:moveTo>
                      <a:pt x="59856" y="0"/>
                    </a:moveTo>
                    <a:lnTo>
                      <a:pt x="635180" y="0"/>
                    </a:lnTo>
                    <a:cubicBezTo>
                      <a:pt x="651055" y="0"/>
                      <a:pt x="666279" y="6306"/>
                      <a:pt x="677504" y="17531"/>
                    </a:cubicBezTo>
                    <a:cubicBezTo>
                      <a:pt x="688730" y="28757"/>
                      <a:pt x="695036" y="43981"/>
                      <a:pt x="695036" y="59856"/>
                    </a:cubicBezTo>
                    <a:lnTo>
                      <a:pt x="695036" y="59856"/>
                    </a:lnTo>
                    <a:cubicBezTo>
                      <a:pt x="695036" y="75731"/>
                      <a:pt x="688730" y="90955"/>
                      <a:pt x="677504" y="102180"/>
                    </a:cubicBezTo>
                    <a:cubicBezTo>
                      <a:pt x="666279" y="113406"/>
                      <a:pt x="651055" y="119712"/>
                      <a:pt x="635180" y="119712"/>
                    </a:cubicBezTo>
                    <a:lnTo>
                      <a:pt x="59856" y="119712"/>
                    </a:lnTo>
                    <a:cubicBezTo>
                      <a:pt x="43981" y="119712"/>
                      <a:pt x="28757" y="113406"/>
                      <a:pt x="17531" y="102180"/>
                    </a:cubicBezTo>
                    <a:cubicBezTo>
                      <a:pt x="6306" y="90955"/>
                      <a:pt x="0" y="75731"/>
                      <a:pt x="0" y="59856"/>
                    </a:cubicBezTo>
                    <a:lnTo>
                      <a:pt x="0" y="59856"/>
                    </a:lnTo>
                    <a:cubicBezTo>
                      <a:pt x="0" y="43981"/>
                      <a:pt x="6306" y="28757"/>
                      <a:pt x="17531" y="17531"/>
                    </a:cubicBezTo>
                    <a:cubicBezTo>
                      <a:pt x="28757" y="6306"/>
                      <a:pt x="43981" y="0"/>
                      <a:pt x="59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38100"/>
                <a:ext cx="695036" cy="81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99"/>
                  </a:lnSpc>
                  <a:spcBef>
                    <a:spcPct val="0"/>
                  </a:spcBef>
                </a:pPr>
                <a:r>
                  <a:rPr lang="en-US" sz="1799">
                    <a:solidFill>
                      <a:srgbClr val="1E1E1E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SEPTEMBER 2045</a:t>
                </a: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11306797" y="-1837703"/>
            <a:ext cx="13962406" cy="13962406"/>
          </a:xfrm>
          <a:custGeom>
            <a:avLst/>
            <a:gdLst/>
            <a:ahLst/>
            <a:cxnLst/>
            <a:rect r="r" b="b" t="t" l="l"/>
            <a:pathLst>
              <a:path h="13962406" w="13962406">
                <a:moveTo>
                  <a:pt x="0" y="0"/>
                </a:moveTo>
                <a:lnTo>
                  <a:pt x="13962406" y="0"/>
                </a:lnTo>
                <a:lnTo>
                  <a:pt x="13962406" y="13962406"/>
                </a:lnTo>
                <a:lnTo>
                  <a:pt x="0" y="139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780712" y="7656606"/>
            <a:ext cx="6478588" cy="1601694"/>
            <a:chOff x="0" y="0"/>
            <a:chExt cx="1706295" cy="4218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295" cy="421845"/>
            </a:xfrm>
            <a:custGeom>
              <a:avLst/>
              <a:gdLst/>
              <a:ahLst/>
              <a:cxnLst/>
              <a:rect r="r" b="b" t="t" l="l"/>
              <a:pathLst>
                <a:path h="421845" w="1706295">
                  <a:moveTo>
                    <a:pt x="35850" y="0"/>
                  </a:moveTo>
                  <a:lnTo>
                    <a:pt x="1670445" y="0"/>
                  </a:lnTo>
                  <a:cubicBezTo>
                    <a:pt x="1690244" y="0"/>
                    <a:pt x="1706295" y="16051"/>
                    <a:pt x="1706295" y="35850"/>
                  </a:cubicBezTo>
                  <a:lnTo>
                    <a:pt x="1706295" y="385995"/>
                  </a:lnTo>
                  <a:cubicBezTo>
                    <a:pt x="1706295" y="405795"/>
                    <a:pt x="1690244" y="421845"/>
                    <a:pt x="1670445" y="421845"/>
                  </a:cubicBezTo>
                  <a:lnTo>
                    <a:pt x="35850" y="421845"/>
                  </a:lnTo>
                  <a:cubicBezTo>
                    <a:pt x="16051" y="421845"/>
                    <a:pt x="0" y="405795"/>
                    <a:pt x="0" y="385995"/>
                  </a:cubicBezTo>
                  <a:lnTo>
                    <a:pt x="0" y="35850"/>
                  </a:lnTo>
                  <a:cubicBezTo>
                    <a:pt x="0" y="16051"/>
                    <a:pt x="16051" y="0"/>
                    <a:pt x="358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1706295" cy="38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80712" y="5810395"/>
            <a:ext cx="6478588" cy="1601694"/>
            <a:chOff x="0" y="0"/>
            <a:chExt cx="1706295" cy="4218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295" cy="421845"/>
            </a:xfrm>
            <a:custGeom>
              <a:avLst/>
              <a:gdLst/>
              <a:ahLst/>
              <a:cxnLst/>
              <a:rect r="r" b="b" t="t" l="l"/>
              <a:pathLst>
                <a:path h="421845" w="1706295">
                  <a:moveTo>
                    <a:pt x="35850" y="0"/>
                  </a:moveTo>
                  <a:lnTo>
                    <a:pt x="1670445" y="0"/>
                  </a:lnTo>
                  <a:cubicBezTo>
                    <a:pt x="1690244" y="0"/>
                    <a:pt x="1706295" y="16051"/>
                    <a:pt x="1706295" y="35850"/>
                  </a:cubicBezTo>
                  <a:lnTo>
                    <a:pt x="1706295" y="385995"/>
                  </a:lnTo>
                  <a:cubicBezTo>
                    <a:pt x="1706295" y="405795"/>
                    <a:pt x="1690244" y="421845"/>
                    <a:pt x="1670445" y="421845"/>
                  </a:cubicBezTo>
                  <a:lnTo>
                    <a:pt x="35850" y="421845"/>
                  </a:lnTo>
                  <a:cubicBezTo>
                    <a:pt x="16051" y="421845"/>
                    <a:pt x="0" y="405795"/>
                    <a:pt x="0" y="385995"/>
                  </a:cubicBezTo>
                  <a:lnTo>
                    <a:pt x="0" y="35850"/>
                  </a:lnTo>
                  <a:cubicBezTo>
                    <a:pt x="0" y="16051"/>
                    <a:pt x="16051" y="0"/>
                    <a:pt x="358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706295" cy="38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48510" y="7925250"/>
            <a:ext cx="1064406" cy="1064406"/>
            <a:chOff x="0" y="0"/>
            <a:chExt cx="1419208" cy="141920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19208" cy="1419208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19462" y="220110"/>
              <a:ext cx="980283" cy="980283"/>
            </a:xfrm>
            <a:custGeom>
              <a:avLst/>
              <a:gdLst/>
              <a:ahLst/>
              <a:cxnLst/>
              <a:rect r="r" b="b" t="t" l="l"/>
              <a:pathLst>
                <a:path h="980283" w="980283">
                  <a:moveTo>
                    <a:pt x="0" y="0"/>
                  </a:moveTo>
                  <a:lnTo>
                    <a:pt x="980284" y="0"/>
                  </a:lnTo>
                  <a:lnTo>
                    <a:pt x="980284" y="980284"/>
                  </a:lnTo>
                  <a:lnTo>
                    <a:pt x="0" y="98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48510" y="6079039"/>
            <a:ext cx="1064406" cy="1064406"/>
            <a:chOff x="0" y="0"/>
            <a:chExt cx="1419208" cy="141920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419208" cy="141920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12167" lIns="12167" bIns="12167" rIns="12167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19462" y="220110"/>
              <a:ext cx="980283" cy="980283"/>
            </a:xfrm>
            <a:custGeom>
              <a:avLst/>
              <a:gdLst/>
              <a:ahLst/>
              <a:cxnLst/>
              <a:rect r="r" b="b" t="t" l="l"/>
              <a:pathLst>
                <a:path h="980283" w="980283">
                  <a:moveTo>
                    <a:pt x="0" y="0"/>
                  </a:moveTo>
                  <a:lnTo>
                    <a:pt x="980284" y="0"/>
                  </a:lnTo>
                  <a:lnTo>
                    <a:pt x="980284" y="980284"/>
                  </a:lnTo>
                  <a:lnTo>
                    <a:pt x="0" y="98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43034" y="1966362"/>
            <a:ext cx="6354275" cy="635427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0863" t="-22868" r="-52860" b="-7424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151074" y="2051754"/>
            <a:ext cx="9108226" cy="106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080"/>
              </a:lnSpc>
            </a:pPr>
            <a:r>
              <a:rPr lang="en-US" sz="8000" spc="-6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Let's Work Together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51074" y="4074234"/>
            <a:ext cx="9108226" cy="106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080"/>
              </a:lnSpc>
            </a:pPr>
            <a:r>
              <a:rPr lang="en-US" sz="8000" spc="-600">
                <a:solidFill>
                  <a:srgbClr val="FF751F"/>
                </a:solidFill>
                <a:latin typeface="Open Sauce"/>
                <a:ea typeface="Open Sauce"/>
                <a:cs typeface="Open Sauce"/>
                <a:sym typeface="Open Sauce"/>
              </a:rPr>
              <a:t>Brand Presence!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51074" y="3087163"/>
            <a:ext cx="9108226" cy="106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080"/>
              </a:lnSpc>
            </a:pPr>
            <a:r>
              <a:rPr lang="en-US" sz="8000" spc="-600">
                <a:solidFill>
                  <a:srgbClr val="E4E4E4"/>
                </a:solidFill>
                <a:latin typeface="Open Sauce"/>
                <a:ea typeface="Open Sauce"/>
                <a:cs typeface="Open Sauce"/>
                <a:sym typeface="Open Sauce"/>
              </a:rPr>
              <a:t>to Enhance Your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32960" y="8073988"/>
            <a:ext cx="5213765" cy="82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24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hello@reallyg</a:t>
            </a:r>
            <a:r>
              <a:rPr lang="en-US" sz="3200" spc="-24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reatsite.com</a:t>
            </a:r>
          </a:p>
          <a:p>
            <a:pPr algn="l" marL="0" indent="0" lvl="0">
              <a:lnSpc>
                <a:spcPts val="3200"/>
              </a:lnSpc>
            </a:pPr>
            <a:r>
              <a:rPr lang="en-US" sz="3200" spc="-24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www.reallygreatsite.com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32960" y="6227776"/>
            <a:ext cx="5213765" cy="82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24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+123-456-7890</a:t>
            </a:r>
          </a:p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3200" spc="-24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123 Anywhere St., Any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DAHW86VT9lE</dc:identifier>
  <dcterms:modified xsi:type="dcterms:W3CDTF">2011-08-01T06:04:30Z</dcterms:modified>
  <cp:revision>1</cp:revision>
</cp:coreProperties>
</file>